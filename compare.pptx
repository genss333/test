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A44FEFD-3599-FB3B-C171-1A0BFE40B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06ACFCA4-1711-E617-D37B-F0F677DC4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E557A60-33FB-B99F-5DF6-18CC0145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3235996-5D3B-4A1B-433D-B6802DD5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ED1CAE7-6ABA-1BC6-EAC6-ADAB464E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4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7005ACB-F69B-0069-1B8B-852CE067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2571052-8C4B-EA79-25B5-6AA038D41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045D01E-7A3E-EF22-A0F6-94EE1488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5A28F7A-3640-097E-16B9-6DAC2CBAD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F98CB8C-33D5-DFE7-154A-8F9C3706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4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E0FBE8C-2451-6888-F211-0B98E922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FB037AF-1F85-82F5-99E6-FA1E2191C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25773883-5ECD-3F64-D91E-367BAE59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EE23DAD-34AA-74BD-913A-C44E8AC0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E8ED0E7-FA1C-29DB-2A96-0B0BAA7B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5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B2D585E-C3E3-5227-ADC3-0293FBB3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50654841-48DB-3326-C1C9-82E636588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BF3F4489-6D36-812A-CEC1-BBD35D02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14C9DDC-1C81-0D8E-6840-C425716E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E55AE9F0-B5CF-3039-AA3D-B662A77A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DD014E78-C511-0FCE-C904-B5E48FA2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1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96EFBEC-90D3-4F0E-BFF3-D51875F5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E4182B12-825A-6C82-B60A-37EB24088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81D14E51-116F-0F99-1F4F-A204944EB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518895D0-D6C9-263C-EB04-9C9726CF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0F4B304F-D046-2C1A-1B1F-8917D7422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537CA3F3-31B5-2176-4A44-FD32B39E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C8E8229A-33F8-65F5-1171-9A18881D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7C43C8BF-FE25-CD6A-C408-32C14759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B35E9A4-4A07-3BBF-013F-18B0D4C1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5CB9A46A-211B-8E71-5972-754FFD47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94185298-5E4D-E1D6-EDE6-5CB2F089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4AADA569-FDA1-8E74-328D-6876CDB1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9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BDF952B9-4F70-E072-32FB-D8DB8D65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30010507-FFC4-2FD2-920E-8FDC144EF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7D58B27F-3C3E-8665-2CEC-3A9C5E18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21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CD92460-6E48-0153-0846-C5D2E310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45D7FD90-4211-CA38-BCE8-25ACA7B63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D73D976E-6A1A-55DE-D18E-0CE2107D5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FAECD288-854D-F933-143A-D945A6C1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E310FEDC-E5FA-F290-2224-2F66B141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DF959C7-1619-92F1-B9AD-C29FCC72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4D3FB1E-2F9D-8BD8-7313-6FA1C410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15D2E565-E03D-CCC8-7BFB-5DFF1282F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98A5747-456B-46D5-7371-CC98CDD5F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40C619C-BC86-8F41-B0C5-E3D8EC0F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EC0A4185-6F31-58CE-56F2-AD564406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E84B054-716A-0C2E-B545-6696C06C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6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381492A-3D05-F828-FFC3-21A0CC1E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2A9B8540-857C-313C-ECE1-C89F2936C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29F2330-FA78-4955-DE34-D4DD2B5C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F2DEC3A-41DE-4929-0740-43D66D38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8CBD1D7-BA3F-08EF-2BCF-504198A5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3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5616D36B-9284-28CB-985A-797CC4DD3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78F49D51-AC79-7FCB-3868-08B8C3975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53420B4-F860-5792-814E-214EF232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7B6EA81-A2B3-AC40-30FA-3C58054A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2B3C11A-C7FC-1B0E-9C6D-305E78DB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2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8BBC1A57-5547-806F-D7DA-073AEE74D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C3C9EF45-C635-5358-C96E-C034149F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FB79856-F091-14A7-D12A-E6A2C58BB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892FF-B733-4996-BE7A-B86EABE269D5}" type="datetimeFigureOut">
              <a:rPr lang="en-US" smtClean="0"/>
              <a:t>5/20/2022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06DC60D-8C17-833C-5727-B724355AE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017FC46-A05A-F90B-F18D-3BF885E2E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A0FD3-3191-41EF-9181-E2C3E6C71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6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A33F6144-AABF-9186-38FE-01AE8CFC3494}"/>
              </a:ext>
            </a:extLst>
          </p:cNvPr>
          <p:cNvSpPr txBox="1"/>
          <p:nvPr/>
        </p:nvSpPr>
        <p:spPr>
          <a:xfrm>
            <a:off x="578224" y="336176"/>
            <a:ext cx="336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Date, Branch ,Goods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C52C78AF-AD59-84FD-63B0-4930FB9AA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136113"/>
              </p:ext>
            </p:extLst>
          </p:nvPr>
        </p:nvGraphicFramePr>
        <p:xfrm>
          <a:off x="3477729" y="3262792"/>
          <a:ext cx="81280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392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1582942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2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2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Fanta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1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1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Coke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3564DA06-98A9-C96F-5E3E-CA2D350A2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02512"/>
              </p:ext>
            </p:extLst>
          </p:nvPr>
        </p:nvGraphicFramePr>
        <p:xfrm>
          <a:off x="731917" y="999328"/>
          <a:ext cx="4998570" cy="1757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710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973480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2510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800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3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A33F6144-AABF-9186-38FE-01AE8CFC3494}"/>
              </a:ext>
            </a:extLst>
          </p:cNvPr>
          <p:cNvSpPr txBox="1"/>
          <p:nvPr/>
        </p:nvSpPr>
        <p:spPr>
          <a:xfrm>
            <a:off x="578224" y="336176"/>
            <a:ext cx="336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Date, Goods , Branch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C52C78AF-AD59-84FD-63B0-4930FB9AA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24387"/>
              </p:ext>
            </p:extLst>
          </p:nvPr>
        </p:nvGraphicFramePr>
        <p:xfrm>
          <a:off x="3477729" y="3262792"/>
          <a:ext cx="81280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392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1582942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1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Coke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2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Fanta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3564DA06-98A9-C96F-5E3E-CA2D350A28BF}"/>
              </a:ext>
            </a:extLst>
          </p:cNvPr>
          <p:cNvGraphicFramePr>
            <a:graphicFrameLocks noGrp="1"/>
          </p:cNvGraphicFramePr>
          <p:nvPr/>
        </p:nvGraphicFramePr>
        <p:xfrm>
          <a:off x="731917" y="999328"/>
          <a:ext cx="4998570" cy="1757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710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973480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2510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800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81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A33F6144-AABF-9186-38FE-01AE8CFC3494}"/>
              </a:ext>
            </a:extLst>
          </p:cNvPr>
          <p:cNvSpPr txBox="1"/>
          <p:nvPr/>
        </p:nvSpPr>
        <p:spPr>
          <a:xfrm>
            <a:off x="578224" y="336176"/>
            <a:ext cx="336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Goods, Branch, Date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C52C78AF-AD59-84FD-63B0-4930FB9AA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685660"/>
              </p:ext>
            </p:extLst>
          </p:nvPr>
        </p:nvGraphicFramePr>
        <p:xfrm>
          <a:off x="3477729" y="3262792"/>
          <a:ext cx="81280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392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1582942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1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Coke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1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2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Fanta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3564DA06-98A9-C96F-5E3E-CA2D350A28BF}"/>
              </a:ext>
            </a:extLst>
          </p:cNvPr>
          <p:cNvGraphicFramePr>
            <a:graphicFrameLocks noGrp="1"/>
          </p:cNvGraphicFramePr>
          <p:nvPr/>
        </p:nvGraphicFramePr>
        <p:xfrm>
          <a:off x="731917" y="999328"/>
          <a:ext cx="4998570" cy="1757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710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973480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2510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800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85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A33F6144-AABF-9186-38FE-01AE8CFC3494}"/>
              </a:ext>
            </a:extLst>
          </p:cNvPr>
          <p:cNvSpPr txBox="1"/>
          <p:nvPr/>
        </p:nvSpPr>
        <p:spPr>
          <a:xfrm>
            <a:off x="578224" y="336176"/>
            <a:ext cx="336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Goods, Date, Branch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C52C78AF-AD59-84FD-63B0-4930FB9AA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338888"/>
              </p:ext>
            </p:extLst>
          </p:nvPr>
        </p:nvGraphicFramePr>
        <p:xfrm>
          <a:off x="3477729" y="3262792"/>
          <a:ext cx="81280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392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1582942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1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Coke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TH" dirty="0"/>
                        <a:t>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1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</a:t>
                      </a:r>
                      <a:r>
                        <a:rPr lang="en-US" dirty="0"/>
                        <a:t>2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Fanta</a:t>
                      </a:r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TH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H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3564DA06-98A9-C96F-5E3E-CA2D350A28BF}"/>
              </a:ext>
            </a:extLst>
          </p:cNvPr>
          <p:cNvGraphicFramePr>
            <a:graphicFrameLocks noGrp="1"/>
          </p:cNvGraphicFramePr>
          <p:nvPr/>
        </p:nvGraphicFramePr>
        <p:xfrm>
          <a:off x="731917" y="999328"/>
          <a:ext cx="4998570" cy="1757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710">
                  <a:extLst>
                    <a:ext uri="{9D8B030D-6E8A-4147-A177-3AD203B41FA5}">
                      <a16:colId xmlns:a16="http://schemas.microsoft.com/office/drawing/2014/main" val="2955854167"/>
                    </a:ext>
                  </a:extLst>
                </a:gridCol>
                <a:gridCol w="973480">
                  <a:extLst>
                    <a:ext uri="{9D8B030D-6E8A-4147-A177-3AD203B41FA5}">
                      <a16:colId xmlns:a16="http://schemas.microsoft.com/office/drawing/2014/main" val="1403796873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211983394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136494059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3035771282"/>
                    </a:ext>
                  </a:extLst>
                </a:gridCol>
                <a:gridCol w="833095">
                  <a:extLst>
                    <a:ext uri="{9D8B030D-6E8A-4147-A177-3AD203B41FA5}">
                      <a16:colId xmlns:a16="http://schemas.microsoft.com/office/drawing/2014/main" val="2321154263"/>
                    </a:ext>
                  </a:extLst>
                </a:gridCol>
              </a:tblGrid>
              <a:tr h="2510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800" dirty="0"/>
                        <a:t>Branch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Branch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Good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239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59720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24608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Baan Din 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927589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Coke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20854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1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82606"/>
                  </a:ext>
                </a:extLst>
              </a:tr>
              <a:tr h="251043">
                <a:tc>
                  <a:txBody>
                    <a:bodyPr/>
                    <a:lstStyle/>
                    <a:p>
                      <a:r>
                        <a:rPr lang="en-TH" sz="800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Khamreang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3 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H" sz="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5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62227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F90DE1C797141A4E92CF91BCC9EC2D06" ma:contentTypeVersion="5" ma:contentTypeDescription="สร้างเอกสารใหม่" ma:contentTypeScope="" ma:versionID="838a18bbf51f23530c840ec2bf118db6">
  <xsd:schema xmlns:xsd="http://www.w3.org/2001/XMLSchema" xmlns:xs="http://www.w3.org/2001/XMLSchema" xmlns:p="http://schemas.microsoft.com/office/2006/metadata/properties" xmlns:ns3="bbab36ad-7364-4811-8d3e-007f9551f3a8" xmlns:ns4="df53c065-5543-4584-b3df-ad3a719c9653" targetNamespace="http://schemas.microsoft.com/office/2006/metadata/properties" ma:root="true" ma:fieldsID="971f30f4ff8c19db134233590a824ec5" ns3:_="" ns4:_="">
    <xsd:import namespace="bbab36ad-7364-4811-8d3e-007f9551f3a8"/>
    <xsd:import namespace="df53c065-5543-4584-b3df-ad3a719c96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ab36ad-7364-4811-8d3e-007f9551f3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3c065-5543-4584-b3df-ad3a719c965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แชร์กับ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แชร์พร้อมกับรายละเอียด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การแชร์แฮชคำแนะนำ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90EBC4-5779-485F-842C-3588B62BCD12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bbab36ad-7364-4811-8d3e-007f9551f3a8"/>
    <ds:schemaRef ds:uri="http://purl.org/dc/dcmitype/"/>
    <ds:schemaRef ds:uri="df53c065-5543-4584-b3df-ad3a719c965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9CBD86A-AF05-430E-8F9A-74314E0933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6EDD8D-E8FF-4C54-A7F5-8076811F7A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ab36ad-7364-4811-8d3e-007f9551f3a8"/>
    <ds:schemaRef ds:uri="df53c065-5543-4584-b3df-ad3a719c96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545</Words>
  <Application>Microsoft Office PowerPoint</Application>
  <PresentationFormat>แบบจอกว้าง</PresentationFormat>
  <Paragraphs>340</Paragraphs>
  <Slides>4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ทัศพร มูลสาร</dc:creator>
  <cp:lastModifiedBy>ทัศพร มูลสาร</cp:lastModifiedBy>
  <cp:revision>10</cp:revision>
  <dcterms:created xsi:type="dcterms:W3CDTF">2022-05-20T03:51:34Z</dcterms:created>
  <dcterms:modified xsi:type="dcterms:W3CDTF">2022-05-20T09:01:23Z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0x010100F90DE1C797141A4E92CF91BCC9EC2D06</vt:lpwstr>
  </property>
</Properties>
</file>