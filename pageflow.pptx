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CD2D8C"/>
    <a:srgbClr val="4C5FAE"/>
    <a:srgbClr val="5C31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สไลด์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932EF229-186A-F4BF-2C6D-4E215FCBD1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3" name="ชื่อเรื่องรอง 2">
            <a:extLst>
              <a:ext uri="{FF2B5EF4-FFF2-40B4-BE49-F238E27FC236}">
                <a16:creationId xmlns:a16="http://schemas.microsoft.com/office/drawing/2014/main" id="{5F9C4366-97C8-99B9-AA7D-074B138379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h-TH"/>
              <a:t>คลิกเพื่อแก้ไขสไตล์ชื่อเรื่องรองต้นแบบ</a:t>
            </a:r>
            <a:endParaRPr lang="en-US"/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F8487B38-EBF4-1F51-D98F-69C07BE77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1854B-77A4-42B9-BF74-26E2A773273E}" type="datetimeFigureOut">
              <a:rPr lang="en-US" smtClean="0"/>
              <a:t>6/20/2022</a:t>
            </a:fld>
            <a:endParaRPr lang="en-US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E47A4893-7952-2307-BEE5-090408800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992FEC27-6C40-9C8B-39BB-8ECEF9638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0D7EC-1AE2-4C15-977C-1F4FAF437F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8684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ชื่อเรื่องและเนื้อห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C0B8C331-3E7F-0F5F-ACA1-E4278635F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02EEDA36-B47D-1885-EC12-8114DF2C90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723C6FA0-82A5-FBEE-88BA-2382FCFCB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1854B-77A4-42B9-BF74-26E2A773273E}" type="datetimeFigureOut">
              <a:rPr lang="en-US" smtClean="0"/>
              <a:t>6/20/2022</a:t>
            </a:fld>
            <a:endParaRPr lang="en-US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2F307F8B-5431-7E39-30EA-91DA2E7A9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46E62724-3391-678D-E530-8E7496D30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0D7EC-1AE2-4C15-977C-1F4FAF437F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628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ส่วนหัวของ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70B5A270-EF98-2DE3-BBD6-22B6D6803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3" name="ตัวแทนข้อความ 2">
            <a:extLst>
              <a:ext uri="{FF2B5EF4-FFF2-40B4-BE49-F238E27FC236}">
                <a16:creationId xmlns:a16="http://schemas.microsoft.com/office/drawing/2014/main" id="{00B28877-912B-8FE6-E018-6602CDEE6B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9800CFF2-2511-06E5-9CE5-C579A49E9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1854B-77A4-42B9-BF74-26E2A773273E}" type="datetimeFigureOut">
              <a:rPr lang="en-US" smtClean="0"/>
              <a:t>6/20/2022</a:t>
            </a:fld>
            <a:endParaRPr lang="en-US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71D0AC2F-62BE-5592-F484-D7EAC632E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FE8662A1-F200-A7DE-6CE0-838A547B1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0D7EC-1AE2-4C15-977C-1F4FAF437F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410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เนื้อหา 2 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84D25A04-F4BC-DCEE-741C-7763C9EC9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E28B7FD5-1541-ABDD-BC02-F23DF7F8EC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4" name="ตัวแทนเนื้อหา 3">
            <a:extLst>
              <a:ext uri="{FF2B5EF4-FFF2-40B4-BE49-F238E27FC236}">
                <a16:creationId xmlns:a16="http://schemas.microsoft.com/office/drawing/2014/main" id="{BDA6DDC9-16CE-7A47-8DDB-E099B3A761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5" name="ตัวแทนวันที่ 4">
            <a:extLst>
              <a:ext uri="{FF2B5EF4-FFF2-40B4-BE49-F238E27FC236}">
                <a16:creationId xmlns:a16="http://schemas.microsoft.com/office/drawing/2014/main" id="{05CE363B-3EEF-4511-4BB8-B18B558FB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1854B-77A4-42B9-BF74-26E2A773273E}" type="datetimeFigureOut">
              <a:rPr lang="en-US" smtClean="0"/>
              <a:t>6/20/2022</a:t>
            </a:fld>
            <a:endParaRPr lang="en-US"/>
          </a:p>
        </p:txBody>
      </p:sp>
      <p:sp>
        <p:nvSpPr>
          <p:cNvPr id="6" name="ตัวแทนท้ายกระดาษ 5">
            <a:extLst>
              <a:ext uri="{FF2B5EF4-FFF2-40B4-BE49-F238E27FC236}">
                <a16:creationId xmlns:a16="http://schemas.microsoft.com/office/drawing/2014/main" id="{FFD612A1-0404-C97E-EC45-3169CDC6A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ตัวแทนหมายเลขสไลด์ 6">
            <a:extLst>
              <a:ext uri="{FF2B5EF4-FFF2-40B4-BE49-F238E27FC236}">
                <a16:creationId xmlns:a16="http://schemas.microsoft.com/office/drawing/2014/main" id="{95A33709-BA37-2D76-D3D5-719DFF8AE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0D7EC-1AE2-4C15-977C-1F4FAF437F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580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การเปรียบเทีย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F62105C4-FB96-707D-99B8-462E75836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3" name="ตัวแทนข้อความ 2">
            <a:extLst>
              <a:ext uri="{FF2B5EF4-FFF2-40B4-BE49-F238E27FC236}">
                <a16:creationId xmlns:a16="http://schemas.microsoft.com/office/drawing/2014/main" id="{4343E965-F69B-1D14-C609-8911EBA45C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4" name="ตัวแทนเนื้อหา 3">
            <a:extLst>
              <a:ext uri="{FF2B5EF4-FFF2-40B4-BE49-F238E27FC236}">
                <a16:creationId xmlns:a16="http://schemas.microsoft.com/office/drawing/2014/main" id="{3BEDC2F0-B833-33AE-D1A6-FB1C550CAE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5" name="ตัวแทนข้อความ 4">
            <a:extLst>
              <a:ext uri="{FF2B5EF4-FFF2-40B4-BE49-F238E27FC236}">
                <a16:creationId xmlns:a16="http://schemas.microsoft.com/office/drawing/2014/main" id="{4006DD16-1A98-6511-0BC6-DB83E14AB2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6" name="ตัวแทนเนื้อหา 5">
            <a:extLst>
              <a:ext uri="{FF2B5EF4-FFF2-40B4-BE49-F238E27FC236}">
                <a16:creationId xmlns:a16="http://schemas.microsoft.com/office/drawing/2014/main" id="{EDC14E95-1627-599A-E7FB-98D745043E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7" name="ตัวแทนวันที่ 6">
            <a:extLst>
              <a:ext uri="{FF2B5EF4-FFF2-40B4-BE49-F238E27FC236}">
                <a16:creationId xmlns:a16="http://schemas.microsoft.com/office/drawing/2014/main" id="{EE6B2E48-2282-0980-E72B-A79019BB4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1854B-77A4-42B9-BF74-26E2A773273E}" type="datetimeFigureOut">
              <a:rPr lang="en-US" smtClean="0"/>
              <a:t>6/20/2022</a:t>
            </a:fld>
            <a:endParaRPr lang="en-US"/>
          </a:p>
        </p:txBody>
      </p:sp>
      <p:sp>
        <p:nvSpPr>
          <p:cNvPr id="8" name="ตัวแทนท้ายกระดาษ 7">
            <a:extLst>
              <a:ext uri="{FF2B5EF4-FFF2-40B4-BE49-F238E27FC236}">
                <a16:creationId xmlns:a16="http://schemas.microsoft.com/office/drawing/2014/main" id="{685CC4EC-E0BB-2E6B-B006-91FE9C3E2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3459C36D-9C8E-872E-A293-B6D794E3E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0D7EC-1AE2-4C15-977C-1F4FAF437F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3216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เฉพาะ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E209C2BE-6564-194B-4639-83B457C79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3" name="ตัวแทนวันที่ 2">
            <a:extLst>
              <a:ext uri="{FF2B5EF4-FFF2-40B4-BE49-F238E27FC236}">
                <a16:creationId xmlns:a16="http://schemas.microsoft.com/office/drawing/2014/main" id="{BA6EE95A-FDAC-6BA0-0D41-90C8D05E9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1854B-77A4-42B9-BF74-26E2A773273E}" type="datetimeFigureOut">
              <a:rPr lang="en-US" smtClean="0"/>
              <a:t>6/20/2022</a:t>
            </a:fld>
            <a:endParaRPr lang="en-US"/>
          </a:p>
        </p:txBody>
      </p:sp>
      <p:sp>
        <p:nvSpPr>
          <p:cNvPr id="4" name="ตัวแทนท้ายกระดาษ 3">
            <a:extLst>
              <a:ext uri="{FF2B5EF4-FFF2-40B4-BE49-F238E27FC236}">
                <a16:creationId xmlns:a16="http://schemas.microsoft.com/office/drawing/2014/main" id="{0874CCA9-9114-8CE4-EEFB-D63E1BBBA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ตัวแทนหมายเลขสไลด์ 4">
            <a:extLst>
              <a:ext uri="{FF2B5EF4-FFF2-40B4-BE49-F238E27FC236}">
                <a16:creationId xmlns:a16="http://schemas.microsoft.com/office/drawing/2014/main" id="{19CFA275-87D8-D3CC-6D4B-5AFB4DC43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0D7EC-1AE2-4C15-977C-1F4FAF437F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275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ว่างเปล่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วันที่ 1">
            <a:extLst>
              <a:ext uri="{FF2B5EF4-FFF2-40B4-BE49-F238E27FC236}">
                <a16:creationId xmlns:a16="http://schemas.microsoft.com/office/drawing/2014/main" id="{4BAFDBB1-411F-9633-B718-8BE971ECD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1854B-77A4-42B9-BF74-26E2A773273E}" type="datetimeFigureOut">
              <a:rPr lang="en-US" smtClean="0"/>
              <a:t>6/20/2022</a:t>
            </a:fld>
            <a:endParaRPr lang="en-US"/>
          </a:p>
        </p:txBody>
      </p:sp>
      <p:sp>
        <p:nvSpPr>
          <p:cNvPr id="3" name="ตัวแทนท้ายกระดาษ 2">
            <a:extLst>
              <a:ext uri="{FF2B5EF4-FFF2-40B4-BE49-F238E27FC236}">
                <a16:creationId xmlns:a16="http://schemas.microsoft.com/office/drawing/2014/main" id="{39C59F8D-4C64-D8D8-CB97-A196142D1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ตัวแทนหมายเลขสไลด์ 3">
            <a:extLst>
              <a:ext uri="{FF2B5EF4-FFF2-40B4-BE49-F238E27FC236}">
                <a16:creationId xmlns:a16="http://schemas.microsoft.com/office/drawing/2014/main" id="{E6514A56-9846-8E8D-58D7-059DFF5D8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0D7EC-1AE2-4C15-977C-1F4FAF437F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4606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เนื้อหา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914BD337-9F66-6BE3-EEA2-1B700668B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E5F54E30-602A-9C00-E65B-D9348726A0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4" name="ตัวแทนข้อความ 3">
            <a:extLst>
              <a:ext uri="{FF2B5EF4-FFF2-40B4-BE49-F238E27FC236}">
                <a16:creationId xmlns:a16="http://schemas.microsoft.com/office/drawing/2014/main" id="{28AD2F7A-EF8A-8346-091C-93FA632D21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5" name="ตัวแทนวันที่ 4">
            <a:extLst>
              <a:ext uri="{FF2B5EF4-FFF2-40B4-BE49-F238E27FC236}">
                <a16:creationId xmlns:a16="http://schemas.microsoft.com/office/drawing/2014/main" id="{A0FAA602-1327-A84E-DBAB-B0A62B858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1854B-77A4-42B9-BF74-26E2A773273E}" type="datetimeFigureOut">
              <a:rPr lang="en-US" smtClean="0"/>
              <a:t>6/20/2022</a:t>
            </a:fld>
            <a:endParaRPr lang="en-US"/>
          </a:p>
        </p:txBody>
      </p:sp>
      <p:sp>
        <p:nvSpPr>
          <p:cNvPr id="6" name="ตัวแทนท้ายกระดาษ 5">
            <a:extLst>
              <a:ext uri="{FF2B5EF4-FFF2-40B4-BE49-F238E27FC236}">
                <a16:creationId xmlns:a16="http://schemas.microsoft.com/office/drawing/2014/main" id="{73DE6D17-FB75-2535-56BC-3F4AFA88D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ตัวแทนหมายเลขสไลด์ 6">
            <a:extLst>
              <a:ext uri="{FF2B5EF4-FFF2-40B4-BE49-F238E27FC236}">
                <a16:creationId xmlns:a16="http://schemas.microsoft.com/office/drawing/2014/main" id="{A082C7B8-92FB-6E84-CAF7-D85C587DB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0D7EC-1AE2-4C15-977C-1F4FAF437F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3287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รูปภาพ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841C27B3-73A0-9F14-174C-689CDD3C3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3" name="ตัวแทนรูปภาพ 2">
            <a:extLst>
              <a:ext uri="{FF2B5EF4-FFF2-40B4-BE49-F238E27FC236}">
                <a16:creationId xmlns:a16="http://schemas.microsoft.com/office/drawing/2014/main" id="{0586213F-51DE-339C-BFF4-FAD0359CD9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ตัวแทนข้อความ 3">
            <a:extLst>
              <a:ext uri="{FF2B5EF4-FFF2-40B4-BE49-F238E27FC236}">
                <a16:creationId xmlns:a16="http://schemas.microsoft.com/office/drawing/2014/main" id="{CFAEDEA1-1FB3-2E59-19C6-9AF1D3AF36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5" name="ตัวแทนวันที่ 4">
            <a:extLst>
              <a:ext uri="{FF2B5EF4-FFF2-40B4-BE49-F238E27FC236}">
                <a16:creationId xmlns:a16="http://schemas.microsoft.com/office/drawing/2014/main" id="{88B111DE-5C11-F782-1539-5DA126623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1854B-77A4-42B9-BF74-26E2A773273E}" type="datetimeFigureOut">
              <a:rPr lang="en-US" smtClean="0"/>
              <a:t>6/20/2022</a:t>
            </a:fld>
            <a:endParaRPr lang="en-US"/>
          </a:p>
        </p:txBody>
      </p:sp>
      <p:sp>
        <p:nvSpPr>
          <p:cNvPr id="6" name="ตัวแทนท้ายกระดาษ 5">
            <a:extLst>
              <a:ext uri="{FF2B5EF4-FFF2-40B4-BE49-F238E27FC236}">
                <a16:creationId xmlns:a16="http://schemas.microsoft.com/office/drawing/2014/main" id="{E3A0A33C-E574-35AF-AF35-C0A989B57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ตัวแทนหมายเลขสไลด์ 6">
            <a:extLst>
              <a:ext uri="{FF2B5EF4-FFF2-40B4-BE49-F238E27FC236}">
                <a16:creationId xmlns:a16="http://schemas.microsoft.com/office/drawing/2014/main" id="{2E050941-CE6D-5B43-FF36-F84A4D8DC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0D7EC-1AE2-4C15-977C-1F4FAF437F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5012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ชื่อเรื่องและข้อความ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201A2723-910E-DB63-0553-B7EE5DBEB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3" name="ตัวแทนข้อความแนวตั้ง 2">
            <a:extLst>
              <a:ext uri="{FF2B5EF4-FFF2-40B4-BE49-F238E27FC236}">
                <a16:creationId xmlns:a16="http://schemas.microsoft.com/office/drawing/2014/main" id="{4696A523-2CD6-CA88-9E4E-861712C4DD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DAF15404-AEF1-455B-1995-31AC9B361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1854B-77A4-42B9-BF74-26E2A773273E}" type="datetimeFigureOut">
              <a:rPr lang="en-US" smtClean="0"/>
              <a:t>6/20/2022</a:t>
            </a:fld>
            <a:endParaRPr lang="en-US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9AC82503-BD67-2223-4476-45A2CB544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91E7CD99-4684-7EF8-07E9-8AEF994CF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0D7EC-1AE2-4C15-977C-1F4FAF437F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533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ข้อความและชื่อเรื่อง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แนวตั้ง 1">
            <a:extLst>
              <a:ext uri="{FF2B5EF4-FFF2-40B4-BE49-F238E27FC236}">
                <a16:creationId xmlns:a16="http://schemas.microsoft.com/office/drawing/2014/main" id="{E140B9F7-4764-D8AC-4FE7-32CE5C6405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3" name="ตัวแทนข้อความแนวตั้ง 2">
            <a:extLst>
              <a:ext uri="{FF2B5EF4-FFF2-40B4-BE49-F238E27FC236}">
                <a16:creationId xmlns:a16="http://schemas.microsoft.com/office/drawing/2014/main" id="{AF4BC439-D185-29A8-D43D-1A91F5D43C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668A874E-F6FE-4160-EE74-ACD3DE1A7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1854B-77A4-42B9-BF74-26E2A773273E}" type="datetimeFigureOut">
              <a:rPr lang="en-US" smtClean="0"/>
              <a:t>6/20/2022</a:t>
            </a:fld>
            <a:endParaRPr lang="en-US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554DFB9A-123F-7A1B-7641-62E6E521D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7AF605B3-86C7-30D0-4C3E-9AC3D9A45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0D7EC-1AE2-4C15-977C-1F4FAF437F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4325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ชื่อเรื่อง 1">
            <a:extLst>
              <a:ext uri="{FF2B5EF4-FFF2-40B4-BE49-F238E27FC236}">
                <a16:creationId xmlns:a16="http://schemas.microsoft.com/office/drawing/2014/main" id="{F591DB92-9D97-0D78-0FCE-E8BCB3458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3" name="ตัวแทนข้อความ 2">
            <a:extLst>
              <a:ext uri="{FF2B5EF4-FFF2-40B4-BE49-F238E27FC236}">
                <a16:creationId xmlns:a16="http://schemas.microsoft.com/office/drawing/2014/main" id="{FADA18BF-2835-0C3A-B2AA-85E018B917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0C1A4583-253B-2EAA-B7F8-E662251E79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C1854B-77A4-42B9-BF74-26E2A773273E}" type="datetimeFigureOut">
              <a:rPr lang="en-US" smtClean="0"/>
              <a:t>6/20/2022</a:t>
            </a:fld>
            <a:endParaRPr lang="en-US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E1455DE9-08A1-D022-9D01-F31E819FA9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6A20C49E-DB0B-4FA9-C603-B938E9A7CB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60D7EC-1AE2-4C15-977C-1F4FAF437F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406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กลุ่ม 43">
            <a:extLst>
              <a:ext uri="{FF2B5EF4-FFF2-40B4-BE49-F238E27FC236}">
                <a16:creationId xmlns:a16="http://schemas.microsoft.com/office/drawing/2014/main" id="{A286960C-FE7D-E796-E006-B930068159BD}"/>
              </a:ext>
            </a:extLst>
          </p:cNvPr>
          <p:cNvGrpSpPr/>
          <p:nvPr/>
        </p:nvGrpSpPr>
        <p:grpSpPr>
          <a:xfrm>
            <a:off x="684856" y="1466491"/>
            <a:ext cx="10822287" cy="4598324"/>
            <a:chOff x="457201" y="1043796"/>
            <a:chExt cx="10822287" cy="4598324"/>
          </a:xfrm>
        </p:grpSpPr>
        <p:grpSp>
          <p:nvGrpSpPr>
            <p:cNvPr id="33" name="กลุ่ม 32">
              <a:extLst>
                <a:ext uri="{FF2B5EF4-FFF2-40B4-BE49-F238E27FC236}">
                  <a16:creationId xmlns:a16="http://schemas.microsoft.com/office/drawing/2014/main" id="{1DB5A81D-27BE-B3E3-794E-2102AB94C0B8}"/>
                </a:ext>
              </a:extLst>
            </p:cNvPr>
            <p:cNvGrpSpPr/>
            <p:nvPr/>
          </p:nvGrpSpPr>
          <p:grpSpPr>
            <a:xfrm>
              <a:off x="457201" y="1043796"/>
              <a:ext cx="10822287" cy="4598324"/>
              <a:chOff x="284836" y="776036"/>
              <a:chExt cx="13923855" cy="5803729"/>
            </a:xfrm>
          </p:grpSpPr>
          <p:sp>
            <p:nvSpPr>
              <p:cNvPr id="4" name="TextBox 11">
                <a:extLst>
                  <a:ext uri="{FF2B5EF4-FFF2-40B4-BE49-F238E27FC236}">
                    <a16:creationId xmlns:a16="http://schemas.microsoft.com/office/drawing/2014/main" id="{EA4CF588-E29D-73CA-C436-907D078AC143}"/>
                  </a:ext>
                </a:extLst>
              </p:cNvPr>
              <p:cNvSpPr txBox="1"/>
              <p:nvPr/>
            </p:nvSpPr>
            <p:spPr>
              <a:xfrm>
                <a:off x="8908503" y="776036"/>
                <a:ext cx="3009678" cy="50110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TH" sz="1400" dirty="0"/>
                  <a:t>Index</a:t>
                </a:r>
                <a:r>
                  <a:rPr lang="en-US" sz="1400" dirty="0"/>
                  <a:t>.jsp</a:t>
                </a:r>
                <a:endParaRPr lang="en-TH" sz="1400" dirty="0"/>
              </a:p>
              <a:p>
                <a:endParaRPr lang="en-TH" sz="1400" dirty="0"/>
              </a:p>
              <a:p>
                <a:endParaRPr lang="en-TH" sz="1400" dirty="0"/>
              </a:p>
              <a:p>
                <a:endParaRPr lang="en-TH" sz="1400" dirty="0"/>
              </a:p>
              <a:p>
                <a:endParaRPr lang="en-TH" sz="1400" dirty="0"/>
              </a:p>
              <a:p>
                <a:endParaRPr lang="en-TH" sz="1400" dirty="0"/>
              </a:p>
              <a:p>
                <a:endParaRPr lang="en-TH" sz="1400" dirty="0"/>
              </a:p>
              <a:p>
                <a:endParaRPr lang="en-TH" sz="1400" dirty="0"/>
              </a:p>
              <a:p>
                <a:endParaRPr lang="en-TH" sz="1400" dirty="0"/>
              </a:p>
              <a:p>
                <a:endParaRPr lang="en-TH" sz="1400" dirty="0"/>
              </a:p>
              <a:p>
                <a:endParaRPr lang="en-TH" sz="1400" dirty="0"/>
              </a:p>
              <a:p>
                <a:endParaRPr lang="en-TH" sz="1400" dirty="0"/>
              </a:p>
              <a:p>
                <a:endParaRPr lang="en-TH" sz="1400" dirty="0"/>
              </a:p>
              <a:p>
                <a:endParaRPr lang="en-US" sz="1400" dirty="0"/>
              </a:p>
              <a:p>
                <a:endParaRPr lang="en-TH" sz="1400" dirty="0"/>
              </a:p>
              <a:p>
                <a:endParaRPr lang="en-TH" sz="1400" dirty="0"/>
              </a:p>
              <a:p>
                <a:endParaRPr lang="en-TH" sz="1400" dirty="0"/>
              </a:p>
              <a:p>
                <a:endParaRPr lang="en-TH" sz="1400" dirty="0"/>
              </a:p>
            </p:txBody>
          </p:sp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BF529F52-FB37-5F95-D310-96355FD4AC3B}"/>
                  </a:ext>
                </a:extLst>
              </p:cNvPr>
              <p:cNvSpPr/>
              <p:nvPr/>
            </p:nvSpPr>
            <p:spPr>
              <a:xfrm>
                <a:off x="9079800" y="1238984"/>
                <a:ext cx="2662114" cy="588337"/>
              </a:xfrm>
              <a:prstGeom prst="rect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TH" sz="1400" dirty="0"/>
                  <a:t>NavBar</a:t>
                </a:r>
              </a:p>
            </p:txBody>
          </p:sp>
          <p:sp>
            <p:nvSpPr>
              <p:cNvPr id="6" name="Rectangle 4">
                <a:extLst>
                  <a:ext uri="{FF2B5EF4-FFF2-40B4-BE49-F238E27FC236}">
                    <a16:creationId xmlns:a16="http://schemas.microsoft.com/office/drawing/2014/main" id="{2C2C83E1-90C6-C411-B3F9-4D848B050AA3}"/>
                  </a:ext>
                </a:extLst>
              </p:cNvPr>
              <p:cNvSpPr/>
              <p:nvPr/>
            </p:nvSpPr>
            <p:spPr>
              <a:xfrm>
                <a:off x="9079799" y="1827037"/>
                <a:ext cx="2662115" cy="58833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TH" sz="1400" dirty="0"/>
                  <a:t>Carousel</a:t>
                </a:r>
              </a:p>
            </p:txBody>
          </p:sp>
          <p:sp>
            <p:nvSpPr>
              <p:cNvPr id="7" name="Rectangle 5">
                <a:extLst>
                  <a:ext uri="{FF2B5EF4-FFF2-40B4-BE49-F238E27FC236}">
                    <a16:creationId xmlns:a16="http://schemas.microsoft.com/office/drawing/2014/main" id="{1D7B031E-6A52-F982-8778-46C088E0F8EE}"/>
                  </a:ext>
                </a:extLst>
              </p:cNvPr>
              <p:cNvSpPr/>
              <p:nvPr/>
            </p:nvSpPr>
            <p:spPr>
              <a:xfrm>
                <a:off x="9079799" y="2414863"/>
                <a:ext cx="2662114" cy="588337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TH" sz="1400" dirty="0"/>
                  <a:t>BestSeller</a:t>
                </a:r>
              </a:p>
            </p:txBody>
          </p:sp>
          <p:sp>
            <p:nvSpPr>
              <p:cNvPr id="8" name="Rectangle 6">
                <a:extLst>
                  <a:ext uri="{FF2B5EF4-FFF2-40B4-BE49-F238E27FC236}">
                    <a16:creationId xmlns:a16="http://schemas.microsoft.com/office/drawing/2014/main" id="{8FD37A57-555F-51A9-2C91-463BFE35BAAE}"/>
                  </a:ext>
                </a:extLst>
              </p:cNvPr>
              <p:cNvSpPr/>
              <p:nvPr/>
            </p:nvSpPr>
            <p:spPr>
              <a:xfrm>
                <a:off x="9079798" y="3002633"/>
                <a:ext cx="2662113" cy="588337"/>
              </a:xfrm>
              <a:prstGeom prst="rect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TH" sz="1400" dirty="0"/>
                  <a:t>BestPrice</a:t>
                </a:r>
              </a:p>
            </p:txBody>
          </p:sp>
          <p:sp>
            <p:nvSpPr>
              <p:cNvPr id="9" name="Rectangle 7">
                <a:extLst>
                  <a:ext uri="{FF2B5EF4-FFF2-40B4-BE49-F238E27FC236}">
                    <a16:creationId xmlns:a16="http://schemas.microsoft.com/office/drawing/2014/main" id="{9CE8A514-5874-5FC2-D81A-D81EFA203A4B}"/>
                  </a:ext>
                </a:extLst>
              </p:cNvPr>
              <p:cNvSpPr/>
              <p:nvPr/>
            </p:nvSpPr>
            <p:spPr>
              <a:xfrm>
                <a:off x="9079799" y="3589662"/>
                <a:ext cx="2662112" cy="588337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TH" sz="1400" dirty="0"/>
                  <a:t>Onsale</a:t>
                </a:r>
              </a:p>
            </p:txBody>
          </p:sp>
          <p:sp>
            <p:nvSpPr>
              <p:cNvPr id="10" name="Rectangle 8">
                <a:extLst>
                  <a:ext uri="{FF2B5EF4-FFF2-40B4-BE49-F238E27FC236}">
                    <a16:creationId xmlns:a16="http://schemas.microsoft.com/office/drawing/2014/main" id="{6136559B-F458-A2FF-E771-AA5AB29DC2CB}"/>
                  </a:ext>
                </a:extLst>
              </p:cNvPr>
              <p:cNvSpPr/>
              <p:nvPr/>
            </p:nvSpPr>
            <p:spPr>
              <a:xfrm>
                <a:off x="9079799" y="4177149"/>
                <a:ext cx="2662112" cy="588337"/>
              </a:xfrm>
              <a:prstGeom prst="rect">
                <a:avLst/>
              </a:prstGeom>
              <a:solidFill>
                <a:srgbClr val="7030A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TH" sz="1400" dirty="0"/>
                  <a:t>Help</a:t>
                </a:r>
              </a:p>
            </p:txBody>
          </p:sp>
          <p:sp>
            <p:nvSpPr>
              <p:cNvPr id="11" name="Rectangle 9">
                <a:extLst>
                  <a:ext uri="{FF2B5EF4-FFF2-40B4-BE49-F238E27FC236}">
                    <a16:creationId xmlns:a16="http://schemas.microsoft.com/office/drawing/2014/main" id="{EE5B9083-5494-9B77-0A4A-95811EFB631B}"/>
                  </a:ext>
                </a:extLst>
              </p:cNvPr>
              <p:cNvSpPr/>
              <p:nvPr/>
            </p:nvSpPr>
            <p:spPr>
              <a:xfrm>
                <a:off x="9079799" y="4761702"/>
                <a:ext cx="2662112" cy="58833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TH" sz="1400" dirty="0"/>
                  <a:t>Footer</a:t>
                </a:r>
              </a:p>
            </p:txBody>
          </p:sp>
          <p:sp>
            <p:nvSpPr>
              <p:cNvPr id="12" name="Rectangle 12">
                <a:extLst>
                  <a:ext uri="{FF2B5EF4-FFF2-40B4-BE49-F238E27FC236}">
                    <a16:creationId xmlns:a16="http://schemas.microsoft.com/office/drawing/2014/main" id="{92CC52C9-F4BF-2A29-7AA0-E166C80713AB}"/>
                  </a:ext>
                </a:extLst>
              </p:cNvPr>
              <p:cNvSpPr/>
              <p:nvPr/>
            </p:nvSpPr>
            <p:spPr>
              <a:xfrm>
                <a:off x="284836" y="776036"/>
                <a:ext cx="1588032" cy="94015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shop</a:t>
                </a:r>
                <a:r>
                  <a:rPr lang="en-TH" sz="1400" dirty="0"/>
                  <a:t>.jsp</a:t>
                </a:r>
              </a:p>
            </p:txBody>
          </p:sp>
          <p:sp>
            <p:nvSpPr>
              <p:cNvPr id="13" name="Rectangle 13">
                <a:extLst>
                  <a:ext uri="{FF2B5EF4-FFF2-40B4-BE49-F238E27FC236}">
                    <a16:creationId xmlns:a16="http://schemas.microsoft.com/office/drawing/2014/main" id="{A90E1CCE-5E42-8C3F-F140-6FE08EED0BFB}"/>
                  </a:ext>
                </a:extLst>
              </p:cNvPr>
              <p:cNvSpPr/>
              <p:nvPr/>
            </p:nvSpPr>
            <p:spPr>
              <a:xfrm>
                <a:off x="2146687" y="789868"/>
                <a:ext cx="1962605" cy="94015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Index</a:t>
                </a:r>
                <a:r>
                  <a:rPr lang="en-TH" sz="1400" dirty="0"/>
                  <a:t>Servlet</a:t>
                </a:r>
              </a:p>
            </p:txBody>
          </p:sp>
          <p:sp>
            <p:nvSpPr>
              <p:cNvPr id="14" name="Rectangle 14">
                <a:extLst>
                  <a:ext uri="{FF2B5EF4-FFF2-40B4-BE49-F238E27FC236}">
                    <a16:creationId xmlns:a16="http://schemas.microsoft.com/office/drawing/2014/main" id="{AACA0CCB-83B7-7F96-34A0-F4887FE41C41}"/>
                  </a:ext>
                </a:extLst>
              </p:cNvPr>
              <p:cNvSpPr/>
              <p:nvPr/>
            </p:nvSpPr>
            <p:spPr>
              <a:xfrm>
                <a:off x="2146687" y="2062475"/>
                <a:ext cx="1962606" cy="537506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Index</a:t>
                </a:r>
                <a:r>
                  <a:rPr lang="en-TH" sz="1400" dirty="0"/>
                  <a:t>Servlet</a:t>
                </a:r>
              </a:p>
              <a:p>
                <a:pPr algn="ctr"/>
                <a:r>
                  <a:rPr lang="en-TH" sz="1400" dirty="0"/>
                  <a:t>Failed</a:t>
                </a:r>
              </a:p>
            </p:txBody>
          </p:sp>
          <p:sp>
            <p:nvSpPr>
              <p:cNvPr id="15" name="Rectangle 15">
                <a:extLst>
                  <a:ext uri="{FF2B5EF4-FFF2-40B4-BE49-F238E27FC236}">
                    <a16:creationId xmlns:a16="http://schemas.microsoft.com/office/drawing/2014/main" id="{61DEB030-B877-BF5F-1FE5-5A4EAE6D8F3E}"/>
                  </a:ext>
                </a:extLst>
              </p:cNvPr>
              <p:cNvSpPr/>
              <p:nvPr/>
            </p:nvSpPr>
            <p:spPr>
              <a:xfrm>
                <a:off x="4397062" y="789868"/>
                <a:ext cx="3699599" cy="926326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TH" sz="1400" dirty="0"/>
                  <a:t>IndexServlet</a:t>
                </a:r>
              </a:p>
              <a:p>
                <a:pPr algn="ctr"/>
                <a:r>
                  <a:rPr lang="en-TH" sz="1400" dirty="0"/>
                  <a:t>IndexPageData</a:t>
                </a:r>
              </a:p>
            </p:txBody>
          </p:sp>
          <p:sp>
            <p:nvSpPr>
              <p:cNvPr id="16" name="Rectangle 16">
                <a:extLst>
                  <a:ext uri="{FF2B5EF4-FFF2-40B4-BE49-F238E27FC236}">
                    <a16:creationId xmlns:a16="http://schemas.microsoft.com/office/drawing/2014/main" id="{B7885FC3-4576-37DC-365B-BE210F393738}"/>
                  </a:ext>
                </a:extLst>
              </p:cNvPr>
              <p:cNvSpPr/>
              <p:nvPr/>
            </p:nvSpPr>
            <p:spPr>
              <a:xfrm>
                <a:off x="4383111" y="2062475"/>
                <a:ext cx="1745639" cy="537506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TH" sz="1400" dirty="0"/>
                  <a:t>NavbarFailed</a:t>
                </a:r>
              </a:p>
            </p:txBody>
          </p:sp>
          <p:sp>
            <p:nvSpPr>
              <p:cNvPr id="17" name="Rectangle 17">
                <a:extLst>
                  <a:ext uri="{FF2B5EF4-FFF2-40B4-BE49-F238E27FC236}">
                    <a16:creationId xmlns:a16="http://schemas.microsoft.com/office/drawing/2014/main" id="{BDC5E986-09C3-2FA0-1F34-FFDEEBEBDE5F}"/>
                  </a:ext>
                </a:extLst>
              </p:cNvPr>
              <p:cNvSpPr/>
              <p:nvPr/>
            </p:nvSpPr>
            <p:spPr>
              <a:xfrm>
                <a:off x="6337070" y="2053627"/>
                <a:ext cx="1745639" cy="546354"/>
              </a:xfrm>
              <a:prstGeom prst="rect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TH" sz="1400" dirty="0"/>
                  <a:t>NavBarData</a:t>
                </a:r>
              </a:p>
            </p:txBody>
          </p:sp>
          <p:sp>
            <p:nvSpPr>
              <p:cNvPr id="20" name="Rectangle 20">
                <a:extLst>
                  <a:ext uri="{FF2B5EF4-FFF2-40B4-BE49-F238E27FC236}">
                    <a16:creationId xmlns:a16="http://schemas.microsoft.com/office/drawing/2014/main" id="{D28C90F5-2C0D-A6A9-59FC-9A9BA7F17E64}"/>
                  </a:ext>
                </a:extLst>
              </p:cNvPr>
              <p:cNvSpPr/>
              <p:nvPr/>
            </p:nvSpPr>
            <p:spPr>
              <a:xfrm>
                <a:off x="4383111" y="2733880"/>
                <a:ext cx="1745639" cy="537506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TH" sz="1400" dirty="0"/>
                  <a:t>BestSellerFailed</a:t>
                </a:r>
              </a:p>
            </p:txBody>
          </p:sp>
          <p:sp>
            <p:nvSpPr>
              <p:cNvPr id="21" name="Rectangle 21">
                <a:extLst>
                  <a:ext uri="{FF2B5EF4-FFF2-40B4-BE49-F238E27FC236}">
                    <a16:creationId xmlns:a16="http://schemas.microsoft.com/office/drawing/2014/main" id="{AF7F5387-7D82-B3D6-7FE6-78F27F554A7F}"/>
                  </a:ext>
                </a:extLst>
              </p:cNvPr>
              <p:cNvSpPr/>
              <p:nvPr/>
            </p:nvSpPr>
            <p:spPr>
              <a:xfrm>
                <a:off x="6337070" y="2725032"/>
                <a:ext cx="1745639" cy="546354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TH" sz="1400" dirty="0"/>
                  <a:t>BestSellerData</a:t>
                </a:r>
              </a:p>
            </p:txBody>
          </p:sp>
          <p:sp>
            <p:nvSpPr>
              <p:cNvPr id="22" name="Rectangle 22">
                <a:extLst>
                  <a:ext uri="{FF2B5EF4-FFF2-40B4-BE49-F238E27FC236}">
                    <a16:creationId xmlns:a16="http://schemas.microsoft.com/office/drawing/2014/main" id="{CC994033-6842-5A2D-BD00-D652DDFD0E85}"/>
                  </a:ext>
                </a:extLst>
              </p:cNvPr>
              <p:cNvSpPr/>
              <p:nvPr/>
            </p:nvSpPr>
            <p:spPr>
              <a:xfrm>
                <a:off x="4383111" y="3496392"/>
                <a:ext cx="1745639" cy="537506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TH" sz="1400" dirty="0"/>
                  <a:t>BestPriceFailed</a:t>
                </a:r>
              </a:p>
            </p:txBody>
          </p:sp>
          <p:sp>
            <p:nvSpPr>
              <p:cNvPr id="23" name="Rectangle 23">
                <a:extLst>
                  <a:ext uri="{FF2B5EF4-FFF2-40B4-BE49-F238E27FC236}">
                    <a16:creationId xmlns:a16="http://schemas.microsoft.com/office/drawing/2014/main" id="{29821FA6-6B75-2DEA-FB31-4C0CA3A8B5B9}"/>
                  </a:ext>
                </a:extLst>
              </p:cNvPr>
              <p:cNvSpPr/>
              <p:nvPr/>
            </p:nvSpPr>
            <p:spPr>
              <a:xfrm>
                <a:off x="6337070" y="3487544"/>
                <a:ext cx="1745639" cy="546354"/>
              </a:xfrm>
              <a:prstGeom prst="rect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TH" sz="1400" dirty="0"/>
                  <a:t>BestPriceData</a:t>
                </a:r>
              </a:p>
            </p:txBody>
          </p:sp>
          <p:sp>
            <p:nvSpPr>
              <p:cNvPr id="24" name="Rectangle 24">
                <a:extLst>
                  <a:ext uri="{FF2B5EF4-FFF2-40B4-BE49-F238E27FC236}">
                    <a16:creationId xmlns:a16="http://schemas.microsoft.com/office/drawing/2014/main" id="{5D081842-8334-51A8-F936-546CED7F0048}"/>
                  </a:ext>
                </a:extLst>
              </p:cNvPr>
              <p:cNvSpPr/>
              <p:nvPr/>
            </p:nvSpPr>
            <p:spPr>
              <a:xfrm>
                <a:off x="4383111" y="4250056"/>
                <a:ext cx="1745639" cy="537506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TH" sz="1400" dirty="0"/>
                  <a:t>OnsaleFailed</a:t>
                </a:r>
              </a:p>
            </p:txBody>
          </p:sp>
          <p:sp>
            <p:nvSpPr>
              <p:cNvPr id="25" name="Rectangle 25">
                <a:extLst>
                  <a:ext uri="{FF2B5EF4-FFF2-40B4-BE49-F238E27FC236}">
                    <a16:creationId xmlns:a16="http://schemas.microsoft.com/office/drawing/2014/main" id="{B5FF47CF-EC27-9507-E8E9-E9E9AE84D584}"/>
                  </a:ext>
                </a:extLst>
              </p:cNvPr>
              <p:cNvSpPr/>
              <p:nvPr/>
            </p:nvSpPr>
            <p:spPr>
              <a:xfrm>
                <a:off x="6337070" y="4241208"/>
                <a:ext cx="1745639" cy="546354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TH" sz="1400" dirty="0"/>
                  <a:t>OnsaleData</a:t>
                </a:r>
              </a:p>
            </p:txBody>
          </p:sp>
          <p:cxnSp>
            <p:nvCxnSpPr>
              <p:cNvPr id="28" name="Straight Arrow Connector 29">
                <a:extLst>
                  <a:ext uri="{FF2B5EF4-FFF2-40B4-BE49-F238E27FC236}">
                    <a16:creationId xmlns:a16="http://schemas.microsoft.com/office/drawing/2014/main" id="{E1D467F0-8D30-DD86-F74E-9A6E07B05F6D}"/>
                  </a:ext>
                </a:extLst>
              </p:cNvPr>
              <p:cNvCxnSpPr>
                <a:stCxn id="12" idx="3"/>
                <a:endCxn id="13" idx="1"/>
              </p:cNvCxnSpPr>
              <p:nvPr/>
            </p:nvCxnSpPr>
            <p:spPr>
              <a:xfrm>
                <a:off x="1872868" y="1246115"/>
                <a:ext cx="273819" cy="13832"/>
              </a:xfrm>
              <a:prstGeom prst="straightConnector1">
                <a:avLst/>
              </a:prstGeom>
              <a:ln w="38100">
                <a:solidFill>
                  <a:schemeClr val="bg2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Arrow Connector 30">
                <a:extLst>
                  <a:ext uri="{FF2B5EF4-FFF2-40B4-BE49-F238E27FC236}">
                    <a16:creationId xmlns:a16="http://schemas.microsoft.com/office/drawing/2014/main" id="{E3ED8B47-2879-7CC7-35E5-A02632C7923A}"/>
                  </a:ext>
                </a:extLst>
              </p:cNvPr>
              <p:cNvCxnSpPr>
                <a:cxnSpLocks/>
                <a:stCxn id="13" idx="3"/>
                <a:endCxn id="15" idx="1"/>
              </p:cNvCxnSpPr>
              <p:nvPr/>
            </p:nvCxnSpPr>
            <p:spPr>
              <a:xfrm flipV="1">
                <a:off x="4109292" y="1253031"/>
                <a:ext cx="287770" cy="6916"/>
              </a:xfrm>
              <a:prstGeom prst="straightConnector1">
                <a:avLst/>
              </a:prstGeom>
              <a:ln w="38100">
                <a:solidFill>
                  <a:schemeClr val="bg2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Arrow Connector 36">
                <a:extLst>
                  <a:ext uri="{FF2B5EF4-FFF2-40B4-BE49-F238E27FC236}">
                    <a16:creationId xmlns:a16="http://schemas.microsoft.com/office/drawing/2014/main" id="{0ABDCA3C-A0F3-7439-2788-D636FD7EDC7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10805" y="1269051"/>
                <a:ext cx="792728" cy="0"/>
              </a:xfrm>
              <a:prstGeom prst="straightConnector1">
                <a:avLst/>
              </a:prstGeom>
              <a:ln w="38100">
                <a:solidFill>
                  <a:schemeClr val="bg2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Rectangle 37">
                <a:extLst>
                  <a:ext uri="{FF2B5EF4-FFF2-40B4-BE49-F238E27FC236}">
                    <a16:creationId xmlns:a16="http://schemas.microsoft.com/office/drawing/2014/main" id="{30047883-2FD9-878F-B14A-AF0BCAC4BD77}"/>
                  </a:ext>
                </a:extLst>
              </p:cNvPr>
              <p:cNvSpPr/>
              <p:nvPr/>
            </p:nvSpPr>
            <p:spPr>
              <a:xfrm>
                <a:off x="8903533" y="6042257"/>
                <a:ext cx="2518976" cy="537508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TH" sz="1400" dirty="0"/>
                  <a:t>IndexServletFailed</a:t>
                </a:r>
              </a:p>
            </p:txBody>
          </p:sp>
          <p:cxnSp>
            <p:nvCxnSpPr>
              <p:cNvPr id="32" name="Elbow Connector 39">
                <a:extLst>
                  <a:ext uri="{FF2B5EF4-FFF2-40B4-BE49-F238E27FC236}">
                    <a16:creationId xmlns:a16="http://schemas.microsoft.com/office/drawing/2014/main" id="{3051F44C-25CF-21E0-E588-3B9B47C65AF7}"/>
                  </a:ext>
                </a:extLst>
              </p:cNvPr>
              <p:cNvCxnSpPr>
                <a:cxnSpLocks/>
                <a:stCxn id="15" idx="3"/>
                <a:endCxn id="31" idx="1"/>
              </p:cNvCxnSpPr>
              <p:nvPr/>
            </p:nvCxnSpPr>
            <p:spPr>
              <a:xfrm>
                <a:off x="8096662" y="1253032"/>
                <a:ext cx="806871" cy="5057980"/>
              </a:xfrm>
              <a:prstGeom prst="bentConnector3">
                <a:avLst>
                  <a:gd name="adj1" fmla="val 50000"/>
                </a:avLst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Rectangle 37">
                <a:extLst>
                  <a:ext uri="{FF2B5EF4-FFF2-40B4-BE49-F238E27FC236}">
                    <a16:creationId xmlns:a16="http://schemas.microsoft.com/office/drawing/2014/main" id="{E668B53D-8028-2BAB-8B2B-A25E8D55CDB9}"/>
                  </a:ext>
                </a:extLst>
              </p:cNvPr>
              <p:cNvSpPr/>
              <p:nvPr/>
            </p:nvSpPr>
            <p:spPr>
              <a:xfrm>
                <a:off x="12338397" y="6042257"/>
                <a:ext cx="1870294" cy="537508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Error.jsp</a:t>
                </a:r>
                <a:endParaRPr lang="en-TH" sz="1400" dirty="0"/>
              </a:p>
            </p:txBody>
          </p:sp>
        </p:grpSp>
        <p:cxnSp>
          <p:nvCxnSpPr>
            <p:cNvPr id="37" name="ลูกศรเชื่อมต่อแบบตรง 36">
              <a:extLst>
                <a:ext uri="{FF2B5EF4-FFF2-40B4-BE49-F238E27FC236}">
                  <a16:creationId xmlns:a16="http://schemas.microsoft.com/office/drawing/2014/main" id="{88F98DD2-568D-E6A1-6C37-E0E9B14D7C8A}"/>
                </a:ext>
              </a:extLst>
            </p:cNvPr>
            <p:cNvCxnSpPr>
              <a:cxnSpLocks/>
              <a:stCxn id="31" idx="3"/>
              <a:endCxn id="35" idx="1"/>
            </p:cNvCxnSpPr>
            <p:nvPr/>
          </p:nvCxnSpPr>
          <p:spPr>
            <a:xfrm>
              <a:off x="9113934" y="5429185"/>
              <a:ext cx="711872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กล่องข้อความ 44">
            <a:extLst>
              <a:ext uri="{FF2B5EF4-FFF2-40B4-BE49-F238E27FC236}">
                <a16:creationId xmlns:a16="http://schemas.microsoft.com/office/drawing/2014/main" id="{16A2F100-0E73-7291-FD35-E31CD873FDFC}"/>
              </a:ext>
            </a:extLst>
          </p:cNvPr>
          <p:cNvSpPr txBox="1"/>
          <p:nvPr/>
        </p:nvSpPr>
        <p:spPr>
          <a:xfrm>
            <a:off x="448574" y="448574"/>
            <a:ext cx="37438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Page Flow</a:t>
            </a:r>
          </a:p>
        </p:txBody>
      </p:sp>
    </p:spTree>
    <p:extLst>
      <p:ext uri="{BB962C8B-B14F-4D97-AF65-F5344CB8AC3E}">
        <p14:creationId xmlns:p14="http://schemas.microsoft.com/office/powerpoint/2010/main" val="2565662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กลุ่ม 32">
            <a:extLst>
              <a:ext uri="{FF2B5EF4-FFF2-40B4-BE49-F238E27FC236}">
                <a16:creationId xmlns:a16="http://schemas.microsoft.com/office/drawing/2014/main" id="{A07A95E8-F21B-ADAA-F3F7-30A2579ADCB1}"/>
              </a:ext>
            </a:extLst>
          </p:cNvPr>
          <p:cNvGrpSpPr/>
          <p:nvPr/>
        </p:nvGrpSpPr>
        <p:grpSpPr>
          <a:xfrm>
            <a:off x="4209689" y="853366"/>
            <a:ext cx="7415841" cy="5417388"/>
            <a:chOff x="1457864" y="948903"/>
            <a:chExt cx="7562490" cy="5598545"/>
          </a:xfrm>
        </p:grpSpPr>
        <p:sp>
          <p:nvSpPr>
            <p:cNvPr id="4" name="สี่เหลี่ยมผืนผ้า 3">
              <a:extLst>
                <a:ext uri="{FF2B5EF4-FFF2-40B4-BE49-F238E27FC236}">
                  <a16:creationId xmlns:a16="http://schemas.microsoft.com/office/drawing/2014/main" id="{079EDE93-F45C-6E46-0F55-36DFE64F97C2}"/>
                </a:ext>
              </a:extLst>
            </p:cNvPr>
            <p:cNvSpPr/>
            <p:nvPr/>
          </p:nvSpPr>
          <p:spPr>
            <a:xfrm>
              <a:off x="2622430" y="948906"/>
              <a:ext cx="1311215" cy="51758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Shop.jsp</a:t>
              </a:r>
            </a:p>
          </p:txBody>
        </p:sp>
        <p:sp>
          <p:nvSpPr>
            <p:cNvPr id="5" name="สี่เหลี่ยมผืนผ้า 4">
              <a:extLst>
                <a:ext uri="{FF2B5EF4-FFF2-40B4-BE49-F238E27FC236}">
                  <a16:creationId xmlns:a16="http://schemas.microsoft.com/office/drawing/2014/main" id="{C5FA5D80-62BD-1462-1D99-6D759AEDB50A}"/>
                </a:ext>
              </a:extLst>
            </p:cNvPr>
            <p:cNvSpPr/>
            <p:nvPr/>
          </p:nvSpPr>
          <p:spPr>
            <a:xfrm>
              <a:off x="5098211" y="948905"/>
              <a:ext cx="1388853" cy="51758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IndexServlet</a:t>
              </a:r>
            </a:p>
          </p:txBody>
        </p:sp>
        <p:cxnSp>
          <p:nvCxnSpPr>
            <p:cNvPr id="7" name="ลูกศรเชื่อมต่อแบบตรง 6">
              <a:extLst>
                <a:ext uri="{FF2B5EF4-FFF2-40B4-BE49-F238E27FC236}">
                  <a16:creationId xmlns:a16="http://schemas.microsoft.com/office/drawing/2014/main" id="{E11BE7D4-99EA-2454-BFA7-1A02DA7B045C}"/>
                </a:ext>
              </a:extLst>
            </p:cNvPr>
            <p:cNvCxnSpPr/>
            <p:nvPr/>
          </p:nvCxnSpPr>
          <p:spPr>
            <a:xfrm>
              <a:off x="4045788" y="1207698"/>
              <a:ext cx="957532" cy="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สี่เหลี่ยมผืนผ้า 7">
              <a:extLst>
                <a:ext uri="{FF2B5EF4-FFF2-40B4-BE49-F238E27FC236}">
                  <a16:creationId xmlns:a16="http://schemas.microsoft.com/office/drawing/2014/main" id="{879A9F25-AE8B-BDB2-B04A-71F96C7EFDC4}"/>
                </a:ext>
              </a:extLst>
            </p:cNvPr>
            <p:cNvSpPr/>
            <p:nvPr/>
          </p:nvSpPr>
          <p:spPr>
            <a:xfrm>
              <a:off x="7709139" y="948903"/>
              <a:ext cx="1311215" cy="51758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index.jsp</a:t>
              </a:r>
            </a:p>
          </p:txBody>
        </p:sp>
        <p:cxnSp>
          <p:nvCxnSpPr>
            <p:cNvPr id="9" name="ลูกศรเชื่อมต่อแบบตรง 8">
              <a:extLst>
                <a:ext uri="{FF2B5EF4-FFF2-40B4-BE49-F238E27FC236}">
                  <a16:creationId xmlns:a16="http://schemas.microsoft.com/office/drawing/2014/main" id="{A368471B-E235-0D05-A4AE-44FD3839777A}"/>
                </a:ext>
              </a:extLst>
            </p:cNvPr>
            <p:cNvCxnSpPr/>
            <p:nvPr/>
          </p:nvCxnSpPr>
          <p:spPr>
            <a:xfrm>
              <a:off x="6630837" y="1207696"/>
              <a:ext cx="957532" cy="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สี่เหลี่ยมผืนผ้า 9">
              <a:extLst>
                <a:ext uri="{FF2B5EF4-FFF2-40B4-BE49-F238E27FC236}">
                  <a16:creationId xmlns:a16="http://schemas.microsoft.com/office/drawing/2014/main" id="{FBD7CE64-16D2-0EC2-6236-A6426207E139}"/>
                </a:ext>
              </a:extLst>
            </p:cNvPr>
            <p:cNvSpPr/>
            <p:nvPr/>
          </p:nvSpPr>
          <p:spPr>
            <a:xfrm>
              <a:off x="1457864" y="2113473"/>
              <a:ext cx="1906438" cy="569344"/>
            </a:xfrm>
            <a:custGeom>
              <a:avLst/>
              <a:gdLst>
                <a:gd name="connsiteX0" fmla="*/ 0 w 1869469"/>
                <a:gd name="connsiteY0" fmla="*/ 0 h 550921"/>
                <a:gd name="connsiteX1" fmla="*/ 429978 w 1869469"/>
                <a:gd name="connsiteY1" fmla="*/ 0 h 550921"/>
                <a:gd name="connsiteX2" fmla="*/ 897345 w 1869469"/>
                <a:gd name="connsiteY2" fmla="*/ 0 h 550921"/>
                <a:gd name="connsiteX3" fmla="*/ 1402102 w 1869469"/>
                <a:gd name="connsiteY3" fmla="*/ 0 h 550921"/>
                <a:gd name="connsiteX4" fmla="*/ 1869469 w 1869469"/>
                <a:gd name="connsiteY4" fmla="*/ 0 h 550921"/>
                <a:gd name="connsiteX5" fmla="*/ 1869469 w 1869469"/>
                <a:gd name="connsiteY5" fmla="*/ 550921 h 550921"/>
                <a:gd name="connsiteX6" fmla="*/ 1383407 w 1869469"/>
                <a:gd name="connsiteY6" fmla="*/ 550921 h 550921"/>
                <a:gd name="connsiteX7" fmla="*/ 916040 w 1869469"/>
                <a:gd name="connsiteY7" fmla="*/ 550921 h 550921"/>
                <a:gd name="connsiteX8" fmla="*/ 448673 w 1869469"/>
                <a:gd name="connsiteY8" fmla="*/ 550921 h 550921"/>
                <a:gd name="connsiteX9" fmla="*/ 0 w 1869469"/>
                <a:gd name="connsiteY9" fmla="*/ 550921 h 550921"/>
                <a:gd name="connsiteX10" fmla="*/ 0 w 1869469"/>
                <a:gd name="connsiteY10" fmla="*/ 0 h 550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869469" h="550921" fill="none" extrusionOk="0">
                  <a:moveTo>
                    <a:pt x="0" y="0"/>
                  </a:moveTo>
                  <a:cubicBezTo>
                    <a:pt x="103559" y="-5293"/>
                    <a:pt x="311412" y="18732"/>
                    <a:pt x="429978" y="0"/>
                  </a:cubicBezTo>
                  <a:cubicBezTo>
                    <a:pt x="548544" y="-18732"/>
                    <a:pt x="747695" y="49542"/>
                    <a:pt x="897345" y="0"/>
                  </a:cubicBezTo>
                  <a:cubicBezTo>
                    <a:pt x="1046995" y="-49542"/>
                    <a:pt x="1282586" y="49285"/>
                    <a:pt x="1402102" y="0"/>
                  </a:cubicBezTo>
                  <a:cubicBezTo>
                    <a:pt x="1521618" y="-49285"/>
                    <a:pt x="1763073" y="38364"/>
                    <a:pt x="1869469" y="0"/>
                  </a:cubicBezTo>
                  <a:cubicBezTo>
                    <a:pt x="1923897" y="192977"/>
                    <a:pt x="1812410" y="428936"/>
                    <a:pt x="1869469" y="550921"/>
                  </a:cubicBezTo>
                  <a:cubicBezTo>
                    <a:pt x="1641304" y="559602"/>
                    <a:pt x="1520368" y="504802"/>
                    <a:pt x="1383407" y="550921"/>
                  </a:cubicBezTo>
                  <a:cubicBezTo>
                    <a:pt x="1246446" y="597040"/>
                    <a:pt x="1044616" y="545560"/>
                    <a:pt x="916040" y="550921"/>
                  </a:cubicBezTo>
                  <a:cubicBezTo>
                    <a:pt x="787464" y="556282"/>
                    <a:pt x="654540" y="504225"/>
                    <a:pt x="448673" y="550921"/>
                  </a:cubicBezTo>
                  <a:cubicBezTo>
                    <a:pt x="242806" y="597617"/>
                    <a:pt x="157886" y="514013"/>
                    <a:pt x="0" y="550921"/>
                  </a:cubicBezTo>
                  <a:cubicBezTo>
                    <a:pt x="-60479" y="439222"/>
                    <a:pt x="9216" y="127096"/>
                    <a:pt x="0" y="0"/>
                  </a:cubicBezTo>
                  <a:close/>
                </a:path>
                <a:path w="1869469" h="550921" stroke="0" extrusionOk="0">
                  <a:moveTo>
                    <a:pt x="0" y="0"/>
                  </a:moveTo>
                  <a:cubicBezTo>
                    <a:pt x="117588" y="-25764"/>
                    <a:pt x="350251" y="45335"/>
                    <a:pt x="467367" y="0"/>
                  </a:cubicBezTo>
                  <a:cubicBezTo>
                    <a:pt x="584483" y="-45335"/>
                    <a:pt x="863439" y="36225"/>
                    <a:pt x="972124" y="0"/>
                  </a:cubicBezTo>
                  <a:cubicBezTo>
                    <a:pt x="1080809" y="-36225"/>
                    <a:pt x="1217691" y="31376"/>
                    <a:pt x="1383407" y="0"/>
                  </a:cubicBezTo>
                  <a:cubicBezTo>
                    <a:pt x="1549123" y="-31376"/>
                    <a:pt x="1671839" y="18778"/>
                    <a:pt x="1869469" y="0"/>
                  </a:cubicBezTo>
                  <a:cubicBezTo>
                    <a:pt x="1927559" y="172957"/>
                    <a:pt x="1816665" y="342943"/>
                    <a:pt x="1869469" y="550921"/>
                  </a:cubicBezTo>
                  <a:cubicBezTo>
                    <a:pt x="1768872" y="561035"/>
                    <a:pt x="1503938" y="547908"/>
                    <a:pt x="1402102" y="550921"/>
                  </a:cubicBezTo>
                  <a:cubicBezTo>
                    <a:pt x="1300266" y="553934"/>
                    <a:pt x="1127012" y="509371"/>
                    <a:pt x="897345" y="550921"/>
                  </a:cubicBezTo>
                  <a:cubicBezTo>
                    <a:pt x="667678" y="592471"/>
                    <a:pt x="588003" y="501617"/>
                    <a:pt x="448673" y="550921"/>
                  </a:cubicBezTo>
                  <a:cubicBezTo>
                    <a:pt x="309343" y="600225"/>
                    <a:pt x="101402" y="521271"/>
                    <a:pt x="0" y="550921"/>
                  </a:cubicBezTo>
                  <a:cubicBezTo>
                    <a:pt x="-47686" y="439134"/>
                    <a:pt x="21637" y="206139"/>
                    <a:pt x="0" y="0"/>
                  </a:cubicBezTo>
                  <a:close/>
                </a:path>
              </a:pathLst>
            </a:custGeom>
            <a:solidFill>
              <a:srgbClr val="CD2D8C"/>
            </a:solidFill>
            <a:ln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782294884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Validation Control</a:t>
              </a:r>
            </a:p>
          </p:txBody>
        </p:sp>
        <p:cxnSp>
          <p:nvCxnSpPr>
            <p:cNvPr id="12" name="ลูกศรเชื่อมต่อแบบตรง 11">
              <a:extLst>
                <a:ext uri="{FF2B5EF4-FFF2-40B4-BE49-F238E27FC236}">
                  <a16:creationId xmlns:a16="http://schemas.microsoft.com/office/drawing/2014/main" id="{0FFF2ACF-41F8-F237-1826-AF20DFA900C8}"/>
                </a:ext>
              </a:extLst>
            </p:cNvPr>
            <p:cNvCxnSpPr>
              <a:cxnSpLocks/>
            </p:cNvCxnSpPr>
            <p:nvPr/>
          </p:nvCxnSpPr>
          <p:spPr>
            <a:xfrm>
              <a:off x="3485072" y="2398145"/>
              <a:ext cx="1168878" cy="2"/>
            </a:xfrm>
            <a:prstGeom prst="straightConnector1">
              <a:avLst/>
            </a:prstGeom>
            <a:ln w="57150">
              <a:solidFill>
                <a:srgbClr val="CD2D8C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สี่เหลี่ยมผืนผ้า 12">
              <a:extLst>
                <a:ext uri="{FF2B5EF4-FFF2-40B4-BE49-F238E27FC236}">
                  <a16:creationId xmlns:a16="http://schemas.microsoft.com/office/drawing/2014/main" id="{D606903F-FFCB-1BA6-2A92-72F08BE416BB}"/>
                </a:ext>
              </a:extLst>
            </p:cNvPr>
            <p:cNvSpPr/>
            <p:nvPr/>
          </p:nvSpPr>
          <p:spPr>
            <a:xfrm>
              <a:off x="4839418" y="2113473"/>
              <a:ext cx="1906438" cy="569344"/>
            </a:xfrm>
            <a:custGeom>
              <a:avLst/>
              <a:gdLst>
                <a:gd name="connsiteX0" fmla="*/ 0 w 1869469"/>
                <a:gd name="connsiteY0" fmla="*/ 0 h 550921"/>
                <a:gd name="connsiteX1" fmla="*/ 448673 w 1869469"/>
                <a:gd name="connsiteY1" fmla="*/ 0 h 550921"/>
                <a:gd name="connsiteX2" fmla="*/ 953429 w 1869469"/>
                <a:gd name="connsiteY2" fmla="*/ 0 h 550921"/>
                <a:gd name="connsiteX3" fmla="*/ 1439491 w 1869469"/>
                <a:gd name="connsiteY3" fmla="*/ 0 h 550921"/>
                <a:gd name="connsiteX4" fmla="*/ 1869469 w 1869469"/>
                <a:gd name="connsiteY4" fmla="*/ 0 h 550921"/>
                <a:gd name="connsiteX5" fmla="*/ 1869469 w 1869469"/>
                <a:gd name="connsiteY5" fmla="*/ 550921 h 550921"/>
                <a:gd name="connsiteX6" fmla="*/ 1458186 w 1869469"/>
                <a:gd name="connsiteY6" fmla="*/ 550921 h 550921"/>
                <a:gd name="connsiteX7" fmla="*/ 972124 w 1869469"/>
                <a:gd name="connsiteY7" fmla="*/ 550921 h 550921"/>
                <a:gd name="connsiteX8" fmla="*/ 504757 w 1869469"/>
                <a:gd name="connsiteY8" fmla="*/ 550921 h 550921"/>
                <a:gd name="connsiteX9" fmla="*/ 0 w 1869469"/>
                <a:gd name="connsiteY9" fmla="*/ 550921 h 550921"/>
                <a:gd name="connsiteX10" fmla="*/ 0 w 1869469"/>
                <a:gd name="connsiteY10" fmla="*/ 0 h 550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869469" h="550921" fill="none" extrusionOk="0">
                  <a:moveTo>
                    <a:pt x="0" y="0"/>
                  </a:moveTo>
                  <a:cubicBezTo>
                    <a:pt x="148012" y="-14666"/>
                    <a:pt x="329984" y="9307"/>
                    <a:pt x="448673" y="0"/>
                  </a:cubicBezTo>
                  <a:cubicBezTo>
                    <a:pt x="567362" y="-9307"/>
                    <a:pt x="801851" y="33338"/>
                    <a:pt x="953429" y="0"/>
                  </a:cubicBezTo>
                  <a:cubicBezTo>
                    <a:pt x="1105007" y="-33338"/>
                    <a:pt x="1257081" y="5571"/>
                    <a:pt x="1439491" y="0"/>
                  </a:cubicBezTo>
                  <a:cubicBezTo>
                    <a:pt x="1621901" y="-5571"/>
                    <a:pt x="1746791" y="16517"/>
                    <a:pt x="1869469" y="0"/>
                  </a:cubicBezTo>
                  <a:cubicBezTo>
                    <a:pt x="1929138" y="256592"/>
                    <a:pt x="1838439" y="329636"/>
                    <a:pt x="1869469" y="550921"/>
                  </a:cubicBezTo>
                  <a:cubicBezTo>
                    <a:pt x="1719687" y="563810"/>
                    <a:pt x="1576668" y="502378"/>
                    <a:pt x="1458186" y="550921"/>
                  </a:cubicBezTo>
                  <a:cubicBezTo>
                    <a:pt x="1339704" y="599464"/>
                    <a:pt x="1183526" y="537653"/>
                    <a:pt x="972124" y="550921"/>
                  </a:cubicBezTo>
                  <a:cubicBezTo>
                    <a:pt x="760722" y="564189"/>
                    <a:pt x="732886" y="496934"/>
                    <a:pt x="504757" y="550921"/>
                  </a:cubicBezTo>
                  <a:cubicBezTo>
                    <a:pt x="276628" y="604908"/>
                    <a:pt x="110476" y="522583"/>
                    <a:pt x="0" y="550921"/>
                  </a:cubicBezTo>
                  <a:cubicBezTo>
                    <a:pt x="-66025" y="370661"/>
                    <a:pt x="53102" y="250358"/>
                    <a:pt x="0" y="0"/>
                  </a:cubicBezTo>
                  <a:close/>
                </a:path>
                <a:path w="1869469" h="550921" stroke="0" extrusionOk="0">
                  <a:moveTo>
                    <a:pt x="0" y="0"/>
                  </a:moveTo>
                  <a:cubicBezTo>
                    <a:pt x="136990" y="-19475"/>
                    <a:pt x="312649" y="12897"/>
                    <a:pt x="411283" y="0"/>
                  </a:cubicBezTo>
                  <a:cubicBezTo>
                    <a:pt x="509917" y="-12897"/>
                    <a:pt x="660894" y="44853"/>
                    <a:pt x="897345" y="0"/>
                  </a:cubicBezTo>
                  <a:cubicBezTo>
                    <a:pt x="1133796" y="-44853"/>
                    <a:pt x="1140662" y="18051"/>
                    <a:pt x="1383407" y="0"/>
                  </a:cubicBezTo>
                  <a:cubicBezTo>
                    <a:pt x="1626152" y="-18051"/>
                    <a:pt x="1629412" y="27007"/>
                    <a:pt x="1869469" y="0"/>
                  </a:cubicBezTo>
                  <a:cubicBezTo>
                    <a:pt x="1909939" y="112363"/>
                    <a:pt x="1859637" y="324599"/>
                    <a:pt x="1869469" y="550921"/>
                  </a:cubicBezTo>
                  <a:cubicBezTo>
                    <a:pt x="1709890" y="590379"/>
                    <a:pt x="1612810" y="542655"/>
                    <a:pt x="1439491" y="550921"/>
                  </a:cubicBezTo>
                  <a:cubicBezTo>
                    <a:pt x="1266172" y="559187"/>
                    <a:pt x="1184549" y="513490"/>
                    <a:pt x="1009513" y="550921"/>
                  </a:cubicBezTo>
                  <a:cubicBezTo>
                    <a:pt x="834477" y="588352"/>
                    <a:pt x="662464" y="515735"/>
                    <a:pt x="542146" y="550921"/>
                  </a:cubicBezTo>
                  <a:cubicBezTo>
                    <a:pt x="421828" y="586107"/>
                    <a:pt x="119570" y="498680"/>
                    <a:pt x="0" y="550921"/>
                  </a:cubicBezTo>
                  <a:cubicBezTo>
                    <a:pt x="-53997" y="364093"/>
                    <a:pt x="912" y="116638"/>
                    <a:pt x="0" y="0"/>
                  </a:cubicBezTo>
                  <a:close/>
                </a:path>
              </a:pathLst>
            </a:custGeom>
            <a:solidFill>
              <a:srgbClr val="CD2D8C"/>
            </a:solidFill>
            <a:ln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2883020108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IndexPageData</a:t>
              </a:r>
            </a:p>
          </p:txBody>
        </p:sp>
        <p:cxnSp>
          <p:nvCxnSpPr>
            <p:cNvPr id="14" name="ลูกศรเชื่อมต่อแบบตรง 13">
              <a:extLst>
                <a:ext uri="{FF2B5EF4-FFF2-40B4-BE49-F238E27FC236}">
                  <a16:creationId xmlns:a16="http://schemas.microsoft.com/office/drawing/2014/main" id="{A65D9670-7F4E-94EC-D395-F07D549C3E18}"/>
                </a:ext>
              </a:extLst>
            </p:cNvPr>
            <p:cNvCxnSpPr>
              <a:cxnSpLocks/>
            </p:cNvCxnSpPr>
            <p:nvPr/>
          </p:nvCxnSpPr>
          <p:spPr>
            <a:xfrm>
              <a:off x="5348377" y="1570008"/>
              <a:ext cx="0" cy="439947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ลูกศรเชื่อมต่อแบบตรง 16">
              <a:extLst>
                <a:ext uri="{FF2B5EF4-FFF2-40B4-BE49-F238E27FC236}">
                  <a16:creationId xmlns:a16="http://schemas.microsoft.com/office/drawing/2014/main" id="{5E8B297C-1916-1B14-3CC1-03EB346AE9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19643" y="1570008"/>
              <a:ext cx="0" cy="439947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สี่เหลี่ยมผืนผ้า 20">
              <a:extLst>
                <a:ext uri="{FF2B5EF4-FFF2-40B4-BE49-F238E27FC236}">
                  <a16:creationId xmlns:a16="http://schemas.microsoft.com/office/drawing/2014/main" id="{E464FF3D-7E20-94F1-6BBD-F5FFEF3C0E60}"/>
                </a:ext>
              </a:extLst>
            </p:cNvPr>
            <p:cNvSpPr/>
            <p:nvPr/>
          </p:nvSpPr>
          <p:spPr>
            <a:xfrm>
              <a:off x="4839418" y="3429000"/>
              <a:ext cx="1906438" cy="569344"/>
            </a:xfrm>
            <a:prstGeom prst="rect">
              <a:avLst/>
            </a:prstGeom>
            <a:solidFill>
              <a:srgbClr val="4C5FAE"/>
            </a:solidFill>
            <a:ln>
              <a:solidFill>
                <a:srgbClr val="CD2D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ProductDAO, AuthenDAO, CategoriesDAO</a:t>
              </a:r>
            </a:p>
          </p:txBody>
        </p:sp>
        <p:cxnSp>
          <p:nvCxnSpPr>
            <p:cNvPr id="22" name="ลูกศรเชื่อมต่อแบบตรง 21">
              <a:extLst>
                <a:ext uri="{FF2B5EF4-FFF2-40B4-BE49-F238E27FC236}">
                  <a16:creationId xmlns:a16="http://schemas.microsoft.com/office/drawing/2014/main" id="{4CE76CCD-941F-48B4-FCEA-06CDBDA563A4}"/>
                </a:ext>
              </a:extLst>
            </p:cNvPr>
            <p:cNvCxnSpPr>
              <a:cxnSpLocks/>
            </p:cNvCxnSpPr>
            <p:nvPr/>
          </p:nvCxnSpPr>
          <p:spPr>
            <a:xfrm>
              <a:off x="5331124" y="2838091"/>
              <a:ext cx="0" cy="439947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ลูกศรเชื่อมต่อแบบตรง 22">
              <a:extLst>
                <a:ext uri="{FF2B5EF4-FFF2-40B4-BE49-F238E27FC236}">
                  <a16:creationId xmlns:a16="http://schemas.microsoft.com/office/drawing/2014/main" id="{79D7E8A5-5CE9-8A21-30F6-121272BC5B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02390" y="2838091"/>
              <a:ext cx="0" cy="439947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สี่เหลี่ยมผืนผ้า 23">
              <a:extLst>
                <a:ext uri="{FF2B5EF4-FFF2-40B4-BE49-F238E27FC236}">
                  <a16:creationId xmlns:a16="http://schemas.microsoft.com/office/drawing/2014/main" id="{26D26D3A-06EE-FE03-6A10-AC13D5A0BB84}"/>
                </a:ext>
              </a:extLst>
            </p:cNvPr>
            <p:cNvSpPr/>
            <p:nvPr/>
          </p:nvSpPr>
          <p:spPr>
            <a:xfrm>
              <a:off x="4839418" y="3998344"/>
              <a:ext cx="1906438" cy="569344"/>
            </a:xfrm>
            <a:prstGeom prst="rect">
              <a:avLst/>
            </a:prstGeom>
            <a:solidFill>
              <a:srgbClr val="4C5FAE"/>
            </a:solidFill>
            <a:ln>
              <a:solidFill>
                <a:srgbClr val="CD2D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Products, Authen, Categories, Cart</a:t>
              </a:r>
            </a:p>
          </p:txBody>
        </p:sp>
        <p:sp>
          <p:nvSpPr>
            <p:cNvPr id="25" name="สี่เหลี่ยมผืนผ้า 24">
              <a:extLst>
                <a:ext uri="{FF2B5EF4-FFF2-40B4-BE49-F238E27FC236}">
                  <a16:creationId xmlns:a16="http://schemas.microsoft.com/office/drawing/2014/main" id="{28975903-3CFE-0D47-3ACC-7228D052B3EE}"/>
                </a:ext>
              </a:extLst>
            </p:cNvPr>
            <p:cNvSpPr/>
            <p:nvPr/>
          </p:nvSpPr>
          <p:spPr>
            <a:xfrm>
              <a:off x="4839418" y="4580629"/>
              <a:ext cx="1906438" cy="569344"/>
            </a:xfrm>
            <a:prstGeom prst="rect">
              <a:avLst/>
            </a:prstGeom>
            <a:solidFill>
              <a:srgbClr val="4C5FAE"/>
            </a:solidFill>
            <a:ln>
              <a:solidFill>
                <a:srgbClr val="CD2D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Connection Factory</a:t>
              </a:r>
            </a:p>
          </p:txBody>
        </p:sp>
        <p:sp>
          <p:nvSpPr>
            <p:cNvPr id="26" name="แผนผังลำดับงาน: ดิสก์แม่เหล็ก 25">
              <a:extLst>
                <a:ext uri="{FF2B5EF4-FFF2-40B4-BE49-F238E27FC236}">
                  <a16:creationId xmlns:a16="http://schemas.microsoft.com/office/drawing/2014/main" id="{B5DCA7EC-C2DF-DC63-D73D-5C8B5500C67D}"/>
                </a:ext>
              </a:extLst>
            </p:cNvPr>
            <p:cNvSpPr/>
            <p:nvPr/>
          </p:nvSpPr>
          <p:spPr>
            <a:xfrm>
              <a:off x="5193104" y="5814199"/>
              <a:ext cx="1293946" cy="733249"/>
            </a:xfrm>
            <a:prstGeom prst="flowChartMagneticDisk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DB</a:t>
              </a:r>
            </a:p>
          </p:txBody>
        </p:sp>
        <p:cxnSp>
          <p:nvCxnSpPr>
            <p:cNvPr id="27" name="ลูกศรเชื่อมต่อแบบตรง 26">
              <a:extLst>
                <a:ext uri="{FF2B5EF4-FFF2-40B4-BE49-F238E27FC236}">
                  <a16:creationId xmlns:a16="http://schemas.microsoft.com/office/drawing/2014/main" id="{1CDF77B1-31DC-D01E-1978-CC9985C25A89}"/>
                </a:ext>
              </a:extLst>
            </p:cNvPr>
            <p:cNvCxnSpPr>
              <a:cxnSpLocks/>
            </p:cNvCxnSpPr>
            <p:nvPr/>
          </p:nvCxnSpPr>
          <p:spPr>
            <a:xfrm>
              <a:off x="5348377" y="5262113"/>
              <a:ext cx="0" cy="439947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ลูกศรเชื่อมต่อแบบตรง 27">
              <a:extLst>
                <a:ext uri="{FF2B5EF4-FFF2-40B4-BE49-F238E27FC236}">
                  <a16:creationId xmlns:a16="http://schemas.microsoft.com/office/drawing/2014/main" id="{E43C26F3-323E-BAF0-5708-29D8AF75BDA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19643" y="5262113"/>
              <a:ext cx="0" cy="439947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สี่เหลี่ยมผืนผ้า 28">
              <a:extLst>
                <a:ext uri="{FF2B5EF4-FFF2-40B4-BE49-F238E27FC236}">
                  <a16:creationId xmlns:a16="http://schemas.microsoft.com/office/drawing/2014/main" id="{4B69798A-1F50-2EDE-4BBD-26D42886DAB5}"/>
                </a:ext>
              </a:extLst>
            </p:cNvPr>
            <p:cNvSpPr/>
            <p:nvPr/>
          </p:nvSpPr>
          <p:spPr>
            <a:xfrm>
              <a:off x="7709138" y="1789981"/>
              <a:ext cx="1311215" cy="517585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Error.jsp</a:t>
              </a:r>
            </a:p>
          </p:txBody>
        </p:sp>
        <p:cxnSp>
          <p:nvCxnSpPr>
            <p:cNvPr id="31" name="ตัวเชื่อมต่อ: หักมุม 30">
              <a:extLst>
                <a:ext uri="{FF2B5EF4-FFF2-40B4-BE49-F238E27FC236}">
                  <a16:creationId xmlns:a16="http://schemas.microsoft.com/office/drawing/2014/main" id="{694BD126-0D29-045A-B525-B686C71719FE}"/>
                </a:ext>
              </a:extLst>
            </p:cNvPr>
            <p:cNvCxnSpPr/>
            <p:nvPr/>
          </p:nvCxnSpPr>
          <p:spPr>
            <a:xfrm>
              <a:off x="6630837" y="1371600"/>
              <a:ext cx="957532" cy="741873"/>
            </a:xfrm>
            <a:prstGeom prst="bentConnector3">
              <a:avLst/>
            </a:prstGeom>
            <a:ln w="571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กล่องข้อความ 33">
            <a:extLst>
              <a:ext uri="{FF2B5EF4-FFF2-40B4-BE49-F238E27FC236}">
                <a16:creationId xmlns:a16="http://schemas.microsoft.com/office/drawing/2014/main" id="{3960A8C6-518D-FB74-9D8F-9A3C5DFC183E}"/>
              </a:ext>
            </a:extLst>
          </p:cNvPr>
          <p:cNvSpPr txBox="1"/>
          <p:nvPr/>
        </p:nvSpPr>
        <p:spPr>
          <a:xfrm>
            <a:off x="69012" y="207035"/>
            <a:ext cx="37438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Validation on client</a:t>
            </a:r>
          </a:p>
        </p:txBody>
      </p:sp>
    </p:spTree>
    <p:extLst>
      <p:ext uri="{BB962C8B-B14F-4D97-AF65-F5344CB8AC3E}">
        <p14:creationId xmlns:p14="http://schemas.microsoft.com/office/powerpoint/2010/main" val="1307736293"/>
      </p:ext>
    </p:extLst>
  </p:cSld>
  <p:clrMapOvr>
    <a:masterClrMapping/>
  </p:clrMapOvr>
</p:sld>
</file>

<file path=ppt/theme/theme1.xml><?xml version="1.0" encoding="utf-8"?>
<a:theme xmlns:a="http://schemas.openxmlformats.org/drawingml/2006/main" name="ธีมของ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65</Words>
  <Application>Microsoft Office PowerPoint</Application>
  <PresentationFormat>แบบจอกว้าง</PresentationFormat>
  <Paragraphs>51</Paragraphs>
  <Slides>2</Slides>
  <Notes>0</Notes>
  <HiddenSlides>0</HiddenSlides>
  <MMClips>0</MMClips>
  <ScaleCrop>false</ScaleCrop>
  <HeadingPairs>
    <vt:vector size="6" baseType="variant">
      <vt:variant>
        <vt:lpstr>ฟอนต์ที่ถูกใช้</vt:lpstr>
      </vt:variant>
      <vt:variant>
        <vt:i4>3</vt:i4>
      </vt:variant>
      <vt:variant>
        <vt:lpstr>ธีม</vt:lpstr>
      </vt:variant>
      <vt:variant>
        <vt:i4>1</vt:i4>
      </vt:variant>
      <vt:variant>
        <vt:lpstr>ชื่อเรื่องสไลด์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ธีมของ Office</vt:lpstr>
      <vt:lpstr>งานนำเสนอ PowerPoint</vt:lpstr>
      <vt:lpstr>งานนำเสนอ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งานนำเสนอ PowerPoint</dc:title>
  <dc:creator>ทัศพร มูลสาร</dc:creator>
  <cp:lastModifiedBy>ทัศพร มูลสาร</cp:lastModifiedBy>
  <cp:revision>1</cp:revision>
  <dcterms:created xsi:type="dcterms:W3CDTF">2022-06-20T11:27:10Z</dcterms:created>
  <dcterms:modified xsi:type="dcterms:W3CDTF">2022-06-20T11:54:09Z</dcterms:modified>
</cp:coreProperties>
</file>